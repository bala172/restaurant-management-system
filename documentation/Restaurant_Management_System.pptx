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eebo Bold" panose="020B0604020202020204" charset="-79"/>
      <p:regular r:id="rId13"/>
    </p:embeddedFont>
    <p:embeddedFont>
      <p:font typeface="Heebo Light" pitchFamily="2" charset="-79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Light" panose="000004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53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44588"/>
            <a:ext cx="1304181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1387078"/>
            <a:ext cx="15912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AWS CLOUD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676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Restaurant Management System</a:t>
            </a:r>
            <a:endParaRPr lang="en-US" sz="275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32328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AWS Cloud-Based Restaurant Management Solution designed to streamline operations, manage orders, and simplify billing for modern restaurants.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971800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96119" y="3185740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</a:pPr>
            <a:endParaRPr lang="en-IN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BDD6F-D346-5DB1-0C1D-2EF0BF793CA6}"/>
              </a:ext>
            </a:extLst>
          </p:cNvPr>
          <p:cNvSpPr txBox="1"/>
          <p:nvPr/>
        </p:nvSpPr>
        <p:spPr>
          <a:xfrm>
            <a:off x="5416062" y="3274010"/>
            <a:ext cx="4572000" cy="137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Presented By:</a:t>
            </a:r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KADALI BALA NAGENDRA </a:t>
            </a:r>
            <a:endParaRPr lang="en-IN" sz="11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REDDY RUPESH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RAPAKA PRAVEEN SURYA KRISHNA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LAKSHMI RAVI KRISHNA</a:t>
            </a:r>
            <a:endParaRPr lang="en-IN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FE3E4-29D5-355F-90EF-05FC4E672AF6}"/>
              </a:ext>
            </a:extLst>
          </p:cNvPr>
          <p:cNvSpPr txBox="1"/>
          <p:nvPr/>
        </p:nvSpPr>
        <p:spPr>
          <a:xfrm>
            <a:off x="422032" y="4242807"/>
            <a:ext cx="4994030" cy="7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Mentors: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 err="1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Mrs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</a:t>
            </a:r>
            <a:r>
              <a:rPr lang="en-US" sz="1100" b="1" dirty="0" err="1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Bethala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Sumana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 err="1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Mr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</a:t>
            </a:r>
            <a:r>
              <a:rPr lang="en-US" sz="1100" b="1" dirty="0" err="1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Juttuka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</a:t>
            </a:r>
            <a:r>
              <a:rPr lang="en-US" sz="1100" b="1" dirty="0" err="1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Lovababu</a:t>
            </a:r>
            <a:endParaRPr lang="en-US" sz="1100" b="1" dirty="0">
              <a:solidFill>
                <a:srgbClr val="DCD7E5"/>
              </a:solidFill>
              <a:latin typeface="Heebo Bold" pitchFamily="34" charset="0"/>
              <a:ea typeface="Heebo Bold" pitchFamily="34" charset="-122"/>
              <a:cs typeface="Heebo Bold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4956"/>
            <a:ext cx="718096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527447"/>
            <a:ext cx="100518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080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75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46365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685553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96119" y="1794495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101007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Challenges in traditional restaurant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2842" y="146365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1685553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42842" y="1794495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Overview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101007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Cloud-based management system approach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257584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2783607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6119" y="290668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321319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Core functionalities of the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2842" y="257584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2783607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42842" y="2906688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Services Used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42842" y="3213199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infrastructure and components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119" y="36880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3881586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96119" y="401888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6119" y="432539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System design and data 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2842" y="36880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2842" y="3881586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2842" y="401888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 &amp; Conclusion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42842" y="432539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Enhancements and project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97086"/>
            <a:ext cx="713929" cy="244376"/>
          </a:xfrm>
          <a:prstGeom prst="roundRect">
            <a:avLst>
              <a:gd name="adj" fmla="val 18274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75816" y="536897"/>
            <a:ext cx="1011734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791245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1393403"/>
            <a:ext cx="4722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Traditional restaurant operations face several challenges that impact efficiency and customer experience.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1949574"/>
            <a:ext cx="199355" cy="199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018" y="1945481"/>
            <a:ext cx="429086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Manual Order Management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28018" y="2227883"/>
            <a:ext cx="42908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Handwritten orders lead to delays and miscommunication between staff.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2687092"/>
            <a:ext cx="199355" cy="1993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018" y="2682999"/>
            <a:ext cx="429086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Time-Consuming Billing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28018" y="2965400"/>
            <a:ext cx="42908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bill calculation results in long customer wait times and errors.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3424610"/>
            <a:ext cx="199355" cy="1993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018" y="3420517"/>
            <a:ext cx="429086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 Menu Updates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28018" y="3702918"/>
            <a:ext cx="42908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Changing prices or items requires reprinting physical menus every time.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4162127"/>
            <a:ext cx="199355" cy="19935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8018" y="4158035"/>
            <a:ext cx="429086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Unorganized Customer Records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928018" y="4440436"/>
            <a:ext cx="42908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central system to track customer data, orders, or preferences.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636"/>
            <a:ext cx="725909" cy="249882"/>
          </a:xfrm>
          <a:prstGeom prst="roundRect">
            <a:avLst>
              <a:gd name="adj" fmla="val 18169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7155" y="439117"/>
            <a:ext cx="1021035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00013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Overview</a:t>
            </a:r>
            <a:endParaRPr lang="en-US" sz="265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317504" y="2131665"/>
            <a:ext cx="433506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</a:t>
            </a: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cloud-based Restaurant Management System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hosted on AWS EC2, designed to replace manual processes with a fast, secure, and centralized web application.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26061"/>
            <a:ext cx="2631430" cy="1018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430" y="3880172"/>
            <a:ext cx="22470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Management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26430" y="4168527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Manage menu, orders, customers, and billing from one platform.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285" y="3726061"/>
            <a:ext cx="2631430" cy="1018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86596" y="3880172"/>
            <a:ext cx="22470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&amp; Secure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86596" y="4168527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Built on AWS infrastructure for reliability and security.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6451" y="3726061"/>
            <a:ext cx="2631430" cy="1018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6763" y="3880172"/>
            <a:ext cx="22470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Access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246763" y="4168527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Accessible from any device with a web browser, anytime.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315D25-25F4-53EC-B131-762B3EE10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65" y="1276424"/>
            <a:ext cx="3664634" cy="2180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8639"/>
            <a:ext cx="76155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701129"/>
            <a:ext cx="10486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817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2750" dirty="0">
              <a:solidFill>
                <a:srgbClr val="00B0F0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37333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637333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Management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1943844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 and track customer details, order history, and preferences in one place.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37333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2092" y="1637333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Menu Management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92092" y="194384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Easily add, edit, or remove menu items and update prices in real time.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80990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2680990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Management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298750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Streamline order taking and routing directly to the kitchen staff.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680990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92092" y="2680990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System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92092" y="298750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accurate bills instantly with automatic tax calculations.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24647"/>
            <a:ext cx="354360" cy="3543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7658" y="372464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027658" y="4031159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Get an overview of daily operations, orders, and performance metrics.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724647"/>
            <a:ext cx="354360" cy="3543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2092" y="372464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Website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192092" y="4031159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Works seamlessly across desktops, tablets, and mobile devices.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5067"/>
            <a:ext cx="76155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697557"/>
            <a:ext cx="10486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781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Services Used</a:t>
            </a:r>
            <a:endParaRPr lang="en-US" sz="2750" dirty="0">
              <a:solidFill>
                <a:srgbClr val="00B0F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96119" y="1633761"/>
            <a:ext cx="8151763" cy="2854672"/>
          </a:xfrm>
          <a:prstGeom prst="roundRect">
            <a:avLst>
              <a:gd name="adj" fmla="val 208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0881" y="163852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0955" y="1638523"/>
            <a:ext cx="2849761" cy="406450"/>
          </a:xfrm>
          <a:prstGeom prst="rect">
            <a:avLst/>
          </a:prstGeom>
          <a:solidFill>
            <a:srgbClr val="481C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2714" y="1728341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AWS 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0716" y="1638523"/>
            <a:ext cx="5292403" cy="406450"/>
          </a:xfrm>
          <a:prstGeom prst="rect">
            <a:avLst/>
          </a:prstGeom>
          <a:solidFill>
            <a:srgbClr val="481C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94856" y="1728341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04497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2714" y="2134791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Amazon EC2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4856" y="2134791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Hosts the Restaurant Management website application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245142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2714" y="2541240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Amazon VPC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4856" y="2541240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Provides an isolated private network environment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285787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2714" y="2947690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Internet Gateway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4856" y="2947690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Enables internet access for the VPC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26432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2714" y="335413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Route Table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94856" y="3354139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Manages network routing within the VPC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0881" y="367077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2714" y="376058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Group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4856" y="3760589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Controls secure access to the EC2 instance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0881" y="407722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2714" y="416703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Apache 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94856" y="4167039"/>
            <a:ext cx="5463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Runs and serves the website on the EC2 instance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0571"/>
            <a:ext cx="451991" cy="136252"/>
          </a:xfrm>
          <a:prstGeom prst="roundRect">
            <a:avLst>
              <a:gd name="adj" fmla="val 20758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6571" y="425797"/>
            <a:ext cx="808286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5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56766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65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894755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follows a streamlined flow from the user's browser through AWS infrastructure to the hosted web application.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441329" y="3475759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41329" y="3979367"/>
            <a:ext cx="1210397" cy="28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49316" y="3475759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549316" y="3979367"/>
            <a:ext cx="1210397" cy="28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1193" y="1375966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1193" y="1659123"/>
            <a:ext cx="1210397" cy="28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53279" y="1375966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053279" y="1659123"/>
            <a:ext cx="1210397" cy="28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14612" y="1659123"/>
            <a:ext cx="1210397" cy="28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6119" y="4635550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request flows through the Internet Gateway into the VPC, reaching the EC2 instance where Apache serves the Restaurant Management website securely.</a:t>
            </a:r>
            <a:endParaRPr lang="en-US" sz="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87844E-31D9-5F7E-026D-0A669E20B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2060"/>
            <a:ext cx="9144000" cy="4141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8607"/>
            <a:ext cx="76155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81174" y="921097"/>
            <a:ext cx="10486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017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275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8573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Planned enhancements to expand the system's capabilities and deliver even more value to restaurant operators.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243584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2640" y="239010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Payment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269661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 digital payment gateways for seamless checkout.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243584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07122" y="239010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269661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 with Amazon RDS for persistent data storage.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243584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71605" y="239010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1605" y="269661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analytics and reporting for restaurant owners.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3852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2640" y="35850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89155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Native mobile app for staff and customer convenience.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3852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89363" y="35850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Management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389155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 stock levels and ingredient usage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1538"/>
            <a:ext cx="615851" cy="218033"/>
          </a:xfrm>
          <a:prstGeom prst="roundRect">
            <a:avLst>
              <a:gd name="adj" fmla="val 18775"/>
            </a:avLst>
          </a:prstGeom>
          <a:noFill/>
          <a:ln/>
          <a:effectLst>
            <a:outerShdw blurRad="101600" dist="50800" dir="16200000" algn="bl" rotWithShape="0">
              <a:srgbClr val="481C9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9193" y="438076"/>
            <a:ext cx="926902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139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350" dirty="0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293316"/>
            <a:ext cx="4349725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</a:t>
            </a: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Restaurant Management System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has been successfully deployed on AWS, delivering a solution that is fast, secure, and scalable. It simplifies daily restaurant operations and is easy to maintain and use.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54634"/>
            <a:ext cx="4349725" cy="611684"/>
          </a:xfrm>
          <a:prstGeom prst="roundRect">
            <a:avLst>
              <a:gd name="adj" fmla="val 8365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2128838"/>
            <a:ext cx="152251" cy="121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2001" y="2079278"/>
            <a:ext cx="383202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leveraging AWS cloud infrastructure, the system ensures high availability and reliability for restaurant operations of any scale.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816" y="1316831"/>
            <a:ext cx="3504828" cy="7483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1069" y="1452935"/>
            <a:ext cx="3175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Deployed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341069" y="1747912"/>
            <a:ext cx="31754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Restaurant Management System live on AWS cloud.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816" y="2169840"/>
            <a:ext cx="3504828" cy="7483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1069" y="2305943"/>
            <a:ext cx="3175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&amp; Scalable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41069" y="2600920"/>
            <a:ext cx="31754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solution built for growth and performance.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816" y="3022848"/>
            <a:ext cx="3504828" cy="7483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41069" y="3158951"/>
            <a:ext cx="3175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Simplified Operations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341069" y="3453929"/>
            <a:ext cx="31754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Streamlines order, menu, and billing management.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816" y="3875856"/>
            <a:ext cx="3504828" cy="7483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1069" y="4011960"/>
            <a:ext cx="317547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to Maintain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341069" y="4306937"/>
            <a:ext cx="31754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User-friendly interface for staff and administrators.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2455" y="1582616"/>
            <a:ext cx="4839287" cy="897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350" spc="-300" dirty="0">
                <a:solidFill>
                  <a:srgbClr val="00B0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8350" spc="-300" dirty="0">
              <a:solidFill>
                <a:srgbClr val="00B0F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2124223" y="3382714"/>
            <a:ext cx="69808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 your time and attention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124223" y="3777750"/>
            <a:ext cx="6523659" cy="45719"/>
          </a:xfrm>
          <a:prstGeom prst="roundRect">
            <a:avLst>
              <a:gd name="adj" fmla="val 60000"/>
            </a:avLst>
          </a:prstGeom>
          <a:solidFill>
            <a:srgbClr val="DCD7E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2124223" y="4018359"/>
            <a:ext cx="6523659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Restaurant Management System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AWS Cloud Based Solution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642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Heebo Light</vt:lpstr>
      <vt:lpstr>Montserrat Light</vt:lpstr>
      <vt:lpstr>Montserrat</vt:lpstr>
      <vt:lpstr>Arial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 Nagendra</dc:creator>
  <cp:lastModifiedBy>Bala Kadali</cp:lastModifiedBy>
  <cp:revision>5</cp:revision>
  <dcterms:created xsi:type="dcterms:W3CDTF">2026-07-08T08:04:57Z</dcterms:created>
  <dcterms:modified xsi:type="dcterms:W3CDTF">2026-07-16T15:54:50Z</dcterms:modified>
</cp:coreProperties>
</file>